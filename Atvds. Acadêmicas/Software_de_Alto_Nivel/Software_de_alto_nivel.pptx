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7295"/>
    <a:srgbClr val="439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Beck" userId="f15f9dfd94797d65" providerId="LiveId" clId="{1009966D-CB54-40DF-AB98-66308E027EF2}"/>
    <pc:docChg chg="modSld">
      <pc:chgData name="Marcos Beck" userId="f15f9dfd94797d65" providerId="LiveId" clId="{1009966D-CB54-40DF-AB98-66308E027EF2}" dt="2025-11-25T00:10:23.553" v="7" actId="20577"/>
      <pc:docMkLst>
        <pc:docMk/>
      </pc:docMkLst>
      <pc:sldChg chg="modSp mod">
        <pc:chgData name="Marcos Beck" userId="f15f9dfd94797d65" providerId="LiveId" clId="{1009966D-CB54-40DF-AB98-66308E027EF2}" dt="2025-11-25T00:10:23.553" v="7" actId="20577"/>
        <pc:sldMkLst>
          <pc:docMk/>
          <pc:sldMk cId="1257075325" sldId="256"/>
        </pc:sldMkLst>
        <pc:spChg chg="mod">
          <ac:chgData name="Marcos Beck" userId="f15f9dfd94797d65" providerId="LiveId" clId="{1009966D-CB54-40DF-AB98-66308E027EF2}" dt="2025-11-25T00:10:23.553" v="7" actId="20577"/>
          <ac:spMkLst>
            <pc:docMk/>
            <pc:sldMk cId="1257075325" sldId="256"/>
            <ac:spMk id="62" creationId="{76CED454-8A65-17A0-C7C8-51C96EAA62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08550-B847-30C5-61F9-35FA33CD2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4A7BE1-1CB6-01D3-607F-C2454D597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F2C8BA-9C75-B9C1-38D5-17889B99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8BBB9-4B9A-5D61-5D6D-36A3AF78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48577C-FDB9-4E22-4078-6213F84D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B7125-A65F-B465-1C41-E595DA31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ED33CF-2D12-DE4B-F7B1-05C32F828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91ECFB-FE57-C4BD-FA36-E4F4868C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0DCA42-4C75-98F9-CC0E-310FFB41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480D71-47A9-6E68-FAE0-632D2939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3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BC5D9-8243-A053-918D-717317FC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4BA536-5AC8-19C7-5324-CCBDCB8A7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C8ABA-96B0-543A-14F9-B2E26C4D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1C928A-6237-3DCE-510B-B63D6294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BF1364-38A0-696D-E1D6-A533269D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4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1CE7A-7CD1-7DC9-3507-E4F4FD37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822355-905C-B9DB-04A4-C475F3AF2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60A974-6B16-7787-A79C-D68B70A13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35528A-66BB-55B2-AB6F-F653A654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FAB1C7-2453-3BAA-CFA0-E531CB9E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98E542-0A9D-9632-8BDC-19CDD624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3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63EFC-9966-209E-32F6-5DCBBAF4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43A720-AC32-77F0-E497-64E0E2380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449661-0EBC-4694-DB69-AC3DEA99F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A1F357-4BF5-0564-BBD5-E1A558E82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A29CD2-97D4-3947-D7BE-B3D8F7DA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60F79E-B72B-7697-0A6F-F6A969D9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4218B3-EFC1-FA83-A453-C67CE87A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28688B-8A24-E5F2-D587-71898AF8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0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7DBC8-0503-5D6F-EB7D-C822409B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025A98-DB48-A510-AA6B-E0DF7CB2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BE239B-62D8-4B03-A0FB-15B39EE3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B1D355-7551-E02D-FFF5-0CD46620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06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B422BF3-2036-399F-E60A-B6631537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3F7B2D-629A-2E4A-CD21-354EB2CC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68BD44-448F-331A-3148-E8B5FE8E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04401-472B-098F-488D-FD9F2992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74997-9ABA-A661-2142-5CFE6179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C05F74-9603-BF8A-077F-E91834BFB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9C2D0E-649F-E9ED-95DE-44AA25ED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320B61-BF3B-568B-8BB6-8B1DE406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912C70-39F4-42D8-DC75-FB5BCEFB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8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D2BE7-50FF-ABD3-6E30-F625E85F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931915-E78D-7BA5-E721-83E20BA56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B7F980-8097-DA4D-564E-0FC09A282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6FBD7A-79F0-F6BB-EFEB-7E3D7502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16A92D-E8FF-407A-D440-C2D4D8C2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70438C-86B4-411E-8A0A-EB7DEAFD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8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79755-2711-5716-A2BB-FA0F4FA7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69C5AC-CDB7-50AF-3E08-A6EE5EB2F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1A9757-1FCB-5943-8638-FCEAD6E1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6EE04E-CEC9-CC52-630E-3F27C6B5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9100BE-8FB3-A1AB-8F18-00095988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3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6A90FE-3E51-BA79-F9B4-73FEC4BF8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27E76B-2142-BFEA-8EFE-0E793574D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92F40A-2B2E-2F9A-0423-D5795C7C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CC449-871A-4D21-92F2-5ACCDB8E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1BD564-3CAC-98D1-58CC-55837D7F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9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5257CE-1F87-EA70-80C0-679C24C3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BA3A52-B50B-3C24-98C2-E71B7CBB1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2C5C1A-37E9-141B-C961-D110CE4D2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69869-7AB6-448D-AA8A-89EEDB3832B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13877C-345E-EF55-0DD1-F703494A5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477DF5-0154-B23E-1DDE-27DE6715C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3CA22-EFBE-4A77-9209-142C71CF72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9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uxograma: Operação Manual 53">
            <a:extLst>
              <a:ext uri="{FF2B5EF4-FFF2-40B4-BE49-F238E27FC236}">
                <a16:creationId xmlns:a16="http://schemas.microsoft.com/office/drawing/2014/main" id="{132ADD21-9846-3A81-EEE5-2D6EA6E79F55}"/>
              </a:ext>
            </a:extLst>
          </p:cNvPr>
          <p:cNvSpPr/>
          <p:nvPr/>
        </p:nvSpPr>
        <p:spPr>
          <a:xfrm rot="10800000">
            <a:off x="-1" y="5708680"/>
            <a:ext cx="12192000" cy="1140186"/>
          </a:xfrm>
          <a:prstGeom prst="flowChartManualOperation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6E201CE-63DB-1807-8277-3489A1D2A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1356" y="3076575"/>
            <a:ext cx="5672137" cy="378142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E406FD88-30C3-877F-C8B1-9D3BE82ED892}"/>
              </a:ext>
            </a:extLst>
          </p:cNvPr>
          <p:cNvSpPr txBox="1"/>
          <p:nvPr/>
        </p:nvSpPr>
        <p:spPr>
          <a:xfrm>
            <a:off x="304800" y="81905"/>
            <a:ext cx="436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Bahnschrift Light Condensed" panose="020B0502040204020203" pitchFamily="34" charset="0"/>
              </a:rPr>
              <a:t>Execução</a:t>
            </a:r>
            <a:r>
              <a:rPr lang="en-US" sz="2800" dirty="0">
                <a:latin typeface="Bahnschrift Light Condensed" panose="020B0502040204020203" pitchFamily="34" charset="0"/>
              </a:rPr>
              <a:t> de Software de Alto </a:t>
            </a:r>
            <a:r>
              <a:rPr lang="en-US" sz="2800" dirty="0" err="1">
                <a:latin typeface="Bahnschrift Light Condensed" panose="020B0502040204020203" pitchFamily="34" charset="0"/>
              </a:rPr>
              <a:t>Nível</a:t>
            </a:r>
            <a:endParaRPr lang="en-US" sz="2800" dirty="0">
              <a:latin typeface="Bahnschrift Light Condensed" panose="020B0502040204020203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B2305BD-7A02-A80B-55FA-E5C5F8C620E8}"/>
              </a:ext>
            </a:extLst>
          </p:cNvPr>
          <p:cNvSpPr txBox="1"/>
          <p:nvPr/>
        </p:nvSpPr>
        <p:spPr>
          <a:xfrm>
            <a:off x="304800" y="525010"/>
            <a:ext cx="3225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Passos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necessários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 para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executar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 um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programa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Bahnschrift Light Condensed" panose="020B0502040204020203" pitchFamily="34" charset="0"/>
              </a:rPr>
              <a:t>. </a:t>
            </a: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3E72F21A-546B-2C1C-2FB9-A1D05D61893A}"/>
              </a:ext>
            </a:extLst>
          </p:cNvPr>
          <p:cNvGrpSpPr/>
          <p:nvPr/>
        </p:nvGrpSpPr>
        <p:grpSpPr>
          <a:xfrm>
            <a:off x="452437" y="1059800"/>
            <a:ext cx="2717800" cy="2046001"/>
            <a:chOff x="452437" y="1059800"/>
            <a:chExt cx="2717800" cy="2046001"/>
          </a:xfrm>
        </p:grpSpPr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A2525DC1-3485-5D18-A4D2-1C9A144B006B}"/>
                </a:ext>
              </a:extLst>
            </p:cNvPr>
            <p:cNvSpPr/>
            <p:nvPr/>
          </p:nvSpPr>
          <p:spPr>
            <a:xfrm>
              <a:off x="452438" y="1059801"/>
              <a:ext cx="2717799" cy="2046000"/>
            </a:xfrm>
            <a:prstGeom prst="roundRect">
              <a:avLst>
                <a:gd name="adj" fmla="val 12787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7F962146-A15A-64F0-1A83-4835CC116CF9}"/>
                </a:ext>
              </a:extLst>
            </p:cNvPr>
            <p:cNvSpPr/>
            <p:nvPr/>
          </p:nvSpPr>
          <p:spPr>
            <a:xfrm>
              <a:off x="452437" y="1059800"/>
              <a:ext cx="2717800" cy="520700"/>
            </a:xfrm>
            <a:prstGeom prst="roundRect">
              <a:avLst>
                <a:gd name="adj" fmla="val 50000"/>
              </a:avLst>
            </a:prstGeom>
            <a:solidFill>
              <a:srgbClr val="439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8158E711-537E-2865-92DE-83699922C482}"/>
                </a:ext>
              </a:extLst>
            </p:cNvPr>
            <p:cNvSpPr/>
            <p:nvPr/>
          </p:nvSpPr>
          <p:spPr>
            <a:xfrm>
              <a:off x="452437" y="1059800"/>
              <a:ext cx="520700" cy="520700"/>
            </a:xfrm>
            <a:prstGeom prst="ellipse">
              <a:avLst/>
            </a:prstGeom>
            <a:solidFill>
              <a:srgbClr val="2B72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C785883-A397-49F6-E44C-893A96AEC10A}"/>
                </a:ext>
              </a:extLst>
            </p:cNvPr>
            <p:cNvSpPr txBox="1"/>
            <p:nvPr/>
          </p:nvSpPr>
          <p:spPr>
            <a:xfrm>
              <a:off x="1182799" y="1120095"/>
              <a:ext cx="1720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Código Fonte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B002052-0C51-B081-0F17-C5EC2C2F641B}"/>
                </a:ext>
              </a:extLst>
            </p:cNvPr>
            <p:cNvSpPr txBox="1"/>
            <p:nvPr/>
          </p:nvSpPr>
          <p:spPr>
            <a:xfrm>
              <a:off x="553128" y="1089025"/>
              <a:ext cx="3193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1.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7557B94A-EC06-4EF7-E314-6710C9971A55}"/>
              </a:ext>
            </a:extLst>
          </p:cNvPr>
          <p:cNvGrpSpPr/>
          <p:nvPr/>
        </p:nvGrpSpPr>
        <p:grpSpPr>
          <a:xfrm>
            <a:off x="4708525" y="1053998"/>
            <a:ext cx="2717800" cy="2054327"/>
            <a:chOff x="4708525" y="1053998"/>
            <a:chExt cx="2717800" cy="2054327"/>
          </a:xfrm>
        </p:grpSpPr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id="{740E5729-251A-2AF7-F9FB-465E77AC565C}"/>
                </a:ext>
              </a:extLst>
            </p:cNvPr>
            <p:cNvSpPr/>
            <p:nvPr/>
          </p:nvSpPr>
          <p:spPr>
            <a:xfrm>
              <a:off x="4708526" y="1062325"/>
              <a:ext cx="2717799" cy="2046000"/>
            </a:xfrm>
            <a:prstGeom prst="roundRect">
              <a:avLst>
                <a:gd name="adj" fmla="val 12787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428CF8E-210B-BAD2-7E07-E61C2D1373DB}"/>
                </a:ext>
              </a:extLst>
            </p:cNvPr>
            <p:cNvSpPr/>
            <p:nvPr/>
          </p:nvSpPr>
          <p:spPr>
            <a:xfrm>
              <a:off x="4708525" y="1060450"/>
              <a:ext cx="2717800" cy="520700"/>
            </a:xfrm>
            <a:prstGeom prst="roundRect">
              <a:avLst>
                <a:gd name="adj" fmla="val 50000"/>
              </a:avLst>
            </a:prstGeom>
            <a:solidFill>
              <a:srgbClr val="439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6FDB1CFB-4868-388A-3C15-E978E16888BC}"/>
                </a:ext>
              </a:extLst>
            </p:cNvPr>
            <p:cNvSpPr/>
            <p:nvPr/>
          </p:nvSpPr>
          <p:spPr>
            <a:xfrm>
              <a:off x="4708525" y="1059800"/>
              <a:ext cx="520700" cy="520700"/>
            </a:xfrm>
            <a:prstGeom prst="ellipse">
              <a:avLst/>
            </a:prstGeom>
            <a:solidFill>
              <a:srgbClr val="2B72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7BE33D7C-F847-5783-8539-D5A10E22283F}"/>
                </a:ext>
              </a:extLst>
            </p:cNvPr>
            <p:cNvSpPr txBox="1"/>
            <p:nvPr/>
          </p:nvSpPr>
          <p:spPr>
            <a:xfrm>
              <a:off x="5529306" y="1053998"/>
              <a:ext cx="13763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Compilador</a:t>
              </a:r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/</a:t>
              </a:r>
            </a:p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Interpretador</a:t>
              </a:r>
              <a:endParaRPr lang="en-US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6E95FB5-7609-87D2-B6E9-430B07968569}"/>
                </a:ext>
              </a:extLst>
            </p:cNvPr>
            <p:cNvSpPr txBox="1"/>
            <p:nvPr/>
          </p:nvSpPr>
          <p:spPr>
            <a:xfrm>
              <a:off x="4789178" y="1089318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2.</a:t>
              </a:r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D062C38-9B75-6762-13AB-EAD45C394D53}"/>
              </a:ext>
            </a:extLst>
          </p:cNvPr>
          <p:cNvGrpSpPr/>
          <p:nvPr/>
        </p:nvGrpSpPr>
        <p:grpSpPr>
          <a:xfrm>
            <a:off x="8863009" y="1089025"/>
            <a:ext cx="2717800" cy="2046000"/>
            <a:chOff x="8863009" y="1089025"/>
            <a:chExt cx="2717800" cy="2046000"/>
          </a:xfrm>
        </p:grpSpPr>
        <p:sp>
          <p:nvSpPr>
            <p:cNvPr id="46" name="Retângulo: Cantos Arredondados 45">
              <a:extLst>
                <a:ext uri="{FF2B5EF4-FFF2-40B4-BE49-F238E27FC236}">
                  <a16:creationId xmlns:a16="http://schemas.microsoft.com/office/drawing/2014/main" id="{DC5CC65E-A9D2-092E-8825-0A1CCF067AF1}"/>
                </a:ext>
              </a:extLst>
            </p:cNvPr>
            <p:cNvSpPr/>
            <p:nvPr/>
          </p:nvSpPr>
          <p:spPr>
            <a:xfrm>
              <a:off x="8863009" y="1089025"/>
              <a:ext cx="2717799" cy="2046000"/>
            </a:xfrm>
            <a:prstGeom prst="roundRect">
              <a:avLst>
                <a:gd name="adj" fmla="val 12787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EEFCEC18-ACBC-0371-745B-27E98FCD491C}"/>
                </a:ext>
              </a:extLst>
            </p:cNvPr>
            <p:cNvSpPr/>
            <p:nvPr/>
          </p:nvSpPr>
          <p:spPr>
            <a:xfrm>
              <a:off x="8863009" y="1089025"/>
              <a:ext cx="2717800" cy="520700"/>
            </a:xfrm>
            <a:prstGeom prst="roundRect">
              <a:avLst>
                <a:gd name="adj" fmla="val 50000"/>
              </a:avLst>
            </a:prstGeom>
            <a:solidFill>
              <a:srgbClr val="439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2FFD0A04-EC94-FF9B-F863-F6D96A59A8DF}"/>
                </a:ext>
              </a:extLst>
            </p:cNvPr>
            <p:cNvSpPr/>
            <p:nvPr/>
          </p:nvSpPr>
          <p:spPr>
            <a:xfrm>
              <a:off x="8863009" y="1089025"/>
              <a:ext cx="520700" cy="520700"/>
            </a:xfrm>
            <a:prstGeom prst="ellipse">
              <a:avLst/>
            </a:prstGeom>
            <a:solidFill>
              <a:srgbClr val="2B72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F9421E2-5BD7-B8AE-2D86-3AC7A5913379}"/>
                </a:ext>
              </a:extLst>
            </p:cNvPr>
            <p:cNvSpPr txBox="1"/>
            <p:nvPr/>
          </p:nvSpPr>
          <p:spPr>
            <a:xfrm>
              <a:off x="9732186" y="1149320"/>
              <a:ext cx="13763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Bytecode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25C4F06F-72B0-F6D6-4357-8D7C3CFED447}"/>
                </a:ext>
              </a:extLst>
            </p:cNvPr>
            <p:cNvSpPr txBox="1"/>
            <p:nvPr/>
          </p:nvSpPr>
          <p:spPr>
            <a:xfrm>
              <a:off x="8943662" y="1118543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3.</a:t>
              </a: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C3251FA5-0AFB-2979-0AF3-B1AB0FC8A664}"/>
              </a:ext>
            </a:extLst>
          </p:cNvPr>
          <p:cNvGrpSpPr/>
          <p:nvPr/>
        </p:nvGrpSpPr>
        <p:grpSpPr>
          <a:xfrm>
            <a:off x="447511" y="3422807"/>
            <a:ext cx="2768967" cy="2052015"/>
            <a:chOff x="447511" y="4081175"/>
            <a:chExt cx="2768967" cy="2052015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0DC4D19D-AF02-FFFA-612E-6E333BE7B6C5}"/>
                </a:ext>
              </a:extLst>
            </p:cNvPr>
            <p:cNvSpPr/>
            <p:nvPr/>
          </p:nvSpPr>
          <p:spPr>
            <a:xfrm>
              <a:off x="447511" y="4087190"/>
              <a:ext cx="2717799" cy="2046000"/>
            </a:xfrm>
            <a:prstGeom prst="roundRect">
              <a:avLst>
                <a:gd name="adj" fmla="val 12787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3F586D51-DC45-8803-C8DA-54C0574D162F}"/>
                </a:ext>
              </a:extLst>
            </p:cNvPr>
            <p:cNvSpPr/>
            <p:nvPr/>
          </p:nvSpPr>
          <p:spPr>
            <a:xfrm>
              <a:off x="452437" y="4083050"/>
              <a:ext cx="2717800" cy="520700"/>
            </a:xfrm>
            <a:prstGeom prst="roundRect">
              <a:avLst>
                <a:gd name="adj" fmla="val 50000"/>
              </a:avLst>
            </a:prstGeom>
            <a:solidFill>
              <a:srgbClr val="439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3EDDF6E9-F16D-9580-BA85-9EC205702DD7}"/>
                </a:ext>
              </a:extLst>
            </p:cNvPr>
            <p:cNvSpPr/>
            <p:nvPr/>
          </p:nvSpPr>
          <p:spPr>
            <a:xfrm>
              <a:off x="452437" y="4081175"/>
              <a:ext cx="520700" cy="520700"/>
            </a:xfrm>
            <a:prstGeom prst="ellipse">
              <a:avLst/>
            </a:prstGeom>
            <a:solidFill>
              <a:srgbClr val="2B72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07AC8EEA-8388-4CF0-7ED6-7E0552D24D1D}"/>
                </a:ext>
              </a:extLst>
            </p:cNvPr>
            <p:cNvSpPr txBox="1"/>
            <p:nvPr/>
          </p:nvSpPr>
          <p:spPr>
            <a:xfrm>
              <a:off x="869743" y="4156859"/>
              <a:ext cx="2346735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Sistema </a:t>
              </a:r>
              <a:r>
                <a:rPr lang="en-US" sz="17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Operacional</a:t>
              </a:r>
              <a:endParaRPr lang="en-US" sz="17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CA301BEF-3875-ECDA-4FEC-9CC98BC5B2A9}"/>
                </a:ext>
              </a:extLst>
            </p:cNvPr>
            <p:cNvSpPr txBox="1"/>
            <p:nvPr/>
          </p:nvSpPr>
          <p:spPr>
            <a:xfrm>
              <a:off x="533892" y="4110693"/>
              <a:ext cx="369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4.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07DC98D-8082-2271-EE38-7E8CE64FD581}"/>
              </a:ext>
            </a:extLst>
          </p:cNvPr>
          <p:cNvGrpSpPr/>
          <p:nvPr/>
        </p:nvGrpSpPr>
        <p:grpSpPr>
          <a:xfrm>
            <a:off x="8860545" y="3419297"/>
            <a:ext cx="2717800" cy="2055890"/>
            <a:chOff x="8863009" y="4077665"/>
            <a:chExt cx="2717800" cy="2055890"/>
          </a:xfrm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1DCCB5B6-606B-8DEA-0A74-10EA3B2D3AF8}"/>
                </a:ext>
              </a:extLst>
            </p:cNvPr>
            <p:cNvSpPr/>
            <p:nvPr/>
          </p:nvSpPr>
          <p:spPr>
            <a:xfrm>
              <a:off x="8863009" y="4087555"/>
              <a:ext cx="2717799" cy="2046000"/>
            </a:xfrm>
            <a:prstGeom prst="roundRect">
              <a:avLst>
                <a:gd name="adj" fmla="val 12787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AC3E0A6-7A61-D144-AF60-9CE59587CC6F}"/>
                </a:ext>
              </a:extLst>
            </p:cNvPr>
            <p:cNvSpPr/>
            <p:nvPr/>
          </p:nvSpPr>
          <p:spPr>
            <a:xfrm>
              <a:off x="8863009" y="4083050"/>
              <a:ext cx="2717800" cy="520700"/>
            </a:xfrm>
            <a:prstGeom prst="roundRect">
              <a:avLst>
                <a:gd name="adj" fmla="val 50000"/>
              </a:avLst>
            </a:prstGeom>
            <a:solidFill>
              <a:srgbClr val="439C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BEB5B3A1-35AC-C808-F6AC-2B6B0AC048D1}"/>
                </a:ext>
              </a:extLst>
            </p:cNvPr>
            <p:cNvSpPr/>
            <p:nvPr/>
          </p:nvSpPr>
          <p:spPr>
            <a:xfrm>
              <a:off x="8863009" y="4077665"/>
              <a:ext cx="520700" cy="520700"/>
            </a:xfrm>
            <a:prstGeom prst="ellipse">
              <a:avLst/>
            </a:prstGeom>
            <a:solidFill>
              <a:srgbClr val="2B72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77604D33-0555-42C1-C0DB-01C05D59B227}"/>
                </a:ext>
              </a:extLst>
            </p:cNvPr>
            <p:cNvSpPr txBox="1"/>
            <p:nvPr/>
          </p:nvSpPr>
          <p:spPr>
            <a:xfrm>
              <a:off x="9606832" y="4143345"/>
              <a:ext cx="13763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CPU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8D9D15B-B11E-FBFA-8AE2-C115C05A61F0}"/>
                </a:ext>
              </a:extLst>
            </p:cNvPr>
            <p:cNvSpPr txBox="1"/>
            <p:nvPr/>
          </p:nvSpPr>
          <p:spPr>
            <a:xfrm>
              <a:off x="8944464" y="4107183"/>
              <a:ext cx="360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5.</a:t>
              </a:r>
            </a:p>
          </p:txBody>
        </p:sp>
      </p:grpSp>
      <p:sp>
        <p:nvSpPr>
          <p:cNvPr id="61" name="Rectangle 6">
            <a:extLst>
              <a:ext uri="{FF2B5EF4-FFF2-40B4-BE49-F238E27FC236}">
                <a16:creationId xmlns:a16="http://schemas.microsoft.com/office/drawing/2014/main" id="{AE82898F-4076-4EDB-C4D4-C68F5B9EF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0" y="1708914"/>
            <a:ext cx="2717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programador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escreve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código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 (ex: Python, Java, C).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Arquivo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: 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, .java, .c, etc.</a:t>
            </a:r>
          </a:p>
        </p:txBody>
      </p:sp>
      <p:sp>
        <p:nvSpPr>
          <p:cNvPr id="62" name="Rectangle 6">
            <a:extLst>
              <a:ext uri="{FF2B5EF4-FFF2-40B4-BE49-F238E27FC236}">
                <a16:creationId xmlns:a16="http://schemas.microsoft.com/office/drawing/2014/main" id="{76CED454-8A65-17A0-C7C8-51C96EAA6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598" y="1656501"/>
            <a:ext cx="2717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Compilador: traduz o código para linguagem de máquina antes da execução.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t-BR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Interpretador: traduz e executa linha por linha.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9CC01038-B1B3-4B7B-29F6-0E1199F95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082" y="1745054"/>
            <a:ext cx="27178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Resultado da tradução.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t-BR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Instruções em binário que o processador consegue entender.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65" name="Rectangle 6">
            <a:extLst>
              <a:ext uri="{FF2B5EF4-FFF2-40B4-BE49-F238E27FC236}">
                <a16:creationId xmlns:a16="http://schemas.microsoft.com/office/drawing/2014/main" id="{CFF72490-8C26-CEAC-E9AC-02BB2F68C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0" y="4066210"/>
            <a:ext cx="27178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Carrega o programa na memória.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t-BR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Gerencia recursos (CPU, memória, arquivos).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66" name="Rectangle 6">
            <a:extLst>
              <a:ext uri="{FF2B5EF4-FFF2-40B4-BE49-F238E27FC236}">
                <a16:creationId xmlns:a16="http://schemas.microsoft.com/office/drawing/2014/main" id="{4A0A5C7F-DDA0-B827-BA00-1FD277CFB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0545" y="4091067"/>
            <a:ext cx="27178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Busca instruções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t-BR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Decodifica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t-BR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Bahnschrift" panose="020B0502040204020203" pitchFamily="34" charset="0"/>
              </a:rPr>
              <a:t>Executa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0753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113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Bahnschrift</vt:lpstr>
      <vt:lpstr>Bahnschrift Condensed</vt:lpstr>
      <vt:lpstr>Bahnschrift Light Condensed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Beck</dc:creator>
  <cp:lastModifiedBy>Marcos Beck</cp:lastModifiedBy>
  <cp:revision>1</cp:revision>
  <dcterms:created xsi:type="dcterms:W3CDTF">2025-11-24T22:38:39Z</dcterms:created>
  <dcterms:modified xsi:type="dcterms:W3CDTF">2025-11-25T00:10:28Z</dcterms:modified>
</cp:coreProperties>
</file>